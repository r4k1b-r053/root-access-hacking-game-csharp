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7F5AC-EBA3-404E-8EB3-2C5DF54B92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8F352-6C52-483B-A5BE-1397849B9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0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let me explain our system architecture. We use the </a:t>
            </a:r>
            <a:r>
              <a:rPr lang="en-US" dirty="0" err="1"/>
              <a:t>IScorable</a:t>
            </a:r>
            <a:r>
              <a:rPr lang="en-US" dirty="0"/>
              <a:t> interface for scoring and the </a:t>
            </a:r>
            <a:r>
              <a:rPr lang="en-US" dirty="0" err="1"/>
              <a:t>HackChallenge</a:t>
            </a:r>
            <a:r>
              <a:rPr lang="en-US" dirty="0"/>
              <a:t> abstract class as the base for all challenges. Then, three derived classes— </a:t>
            </a:r>
            <a:r>
              <a:rPr lang="en-US" dirty="0" err="1"/>
              <a:t>PasswordCracking</a:t>
            </a:r>
            <a:r>
              <a:rPr lang="en-US" dirty="0"/>
              <a:t>, </a:t>
            </a:r>
            <a:r>
              <a:rPr lang="en-US" dirty="0" err="1"/>
              <a:t>FirewallBypass</a:t>
            </a:r>
            <a:r>
              <a:rPr lang="en-US" dirty="0"/>
              <a:t>, and </a:t>
            </a:r>
            <a:r>
              <a:rPr lang="en-US" dirty="0" err="1"/>
              <a:t>SystemExploit</a:t>
            </a:r>
            <a:r>
              <a:rPr lang="en-US" dirty="0"/>
              <a:t>—extend this base class. Finally, the </a:t>
            </a:r>
            <a:r>
              <a:rPr lang="en-US" dirty="0" err="1"/>
              <a:t>HackingGame</a:t>
            </a:r>
            <a:r>
              <a:rPr lang="en-US" dirty="0"/>
              <a:t> class manages gameplay, and the Program class starts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8F352-6C52-483B-A5BE-1397849B9A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24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the </a:t>
            </a:r>
            <a:r>
              <a:rPr lang="en-US" dirty="0" err="1"/>
              <a:t>HackChallenge</a:t>
            </a:r>
            <a:r>
              <a:rPr lang="en-US" dirty="0"/>
              <a:t> class defines the common structure for all challenges. It includes an abstract method for starting challenges and virtual methods for hints and scoring. In addition, static members, operator overloading, and a copy constructor ensure flexibility and consistency.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8F352-6C52-483B-A5BE-1397849B9A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4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that, we implemented the </a:t>
            </a:r>
            <a:r>
              <a:rPr lang="en-US" dirty="0" err="1"/>
              <a:t>IScorable</a:t>
            </a:r>
            <a:r>
              <a:rPr lang="en-US" dirty="0"/>
              <a:t> interface. It defines a standard scoring method that every challenge follows. </a:t>
            </a:r>
            <a:r>
              <a:rPr lang="en-US"/>
              <a:t>As a result, scoring remains consistent while allowing different implementations.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8F352-6C52-483B-A5BE-1397849B9A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31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8F352-6C52-483B-A5BE-1397849B9A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2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92" y="830819"/>
            <a:ext cx="4501299" cy="743457"/>
          </a:xfrm>
        </p:spPr>
        <p:txBody>
          <a:bodyPr>
            <a:normAutofit fontScale="90000"/>
          </a:bodyPr>
          <a:lstStyle/>
          <a:p>
            <a:pPr algn="l"/>
            <a:r>
              <a:rPr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627" y="157427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Cybersecurity-Themed OOP Hacking Simulation Game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Fariha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Tasnim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Miti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(2243081060)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Md. Rakib (224308106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C71C9F7B-5D6B-4169-AE7D-AF7AA977E2AB}"/>
              </a:ext>
            </a:extLst>
          </p:cNvPr>
          <p:cNvSpPr/>
          <p:nvPr/>
        </p:nvSpPr>
        <p:spPr>
          <a:xfrm>
            <a:off x="516527" y="3016576"/>
            <a:ext cx="45719" cy="69758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EE8E4F34-2314-435B-B37B-86D65B5C3BCA}"/>
              </a:ext>
            </a:extLst>
          </p:cNvPr>
          <p:cNvCxnSpPr>
            <a:cxnSpLocks/>
          </p:cNvCxnSpPr>
          <p:nvPr/>
        </p:nvCxnSpPr>
        <p:spPr>
          <a:xfrm>
            <a:off x="546755" y="1951352"/>
            <a:ext cx="66270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633" y="849673"/>
            <a:ext cx="3247534" cy="800018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14" y="19201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Root Access?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006443-CBE0-4164-9C1C-8FFDDEA4F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54" y="2544094"/>
            <a:ext cx="7022970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console-based hacking simulation game.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 completes challenges to gain system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Progresses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main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Cracking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Firewall Bypass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Exploit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470" y="821390"/>
            <a:ext cx="3520911" cy="7057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470" y="1725104"/>
            <a:ext cx="8229600" cy="5004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Built This Game ?</a:t>
            </a: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Implement OOP concepts in a real project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 a modular, extensible structure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Simulate cybersecurity-style tasks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advanced OOP features: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Abstract classes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Interfaces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Polymorphism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Operator &amp; function overloading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Copy constructors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Virtual methods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Static fields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2856"/>
            <a:ext cx="8229600" cy="1143000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402DC6-5E93-478D-B755-177B7A10C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40" y="1525047"/>
            <a:ext cx="612742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IScorable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(Interface)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HackChallenge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(Abstract Base Class)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Classes: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PasswordCracking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FirewallBypass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SystemExploit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HackingGame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(Game Controller)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(Entry Point)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043" y="56687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Class: </a:t>
            </a:r>
            <a:r>
              <a:rPr lang="en-US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HackChallenge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44682A-6EC6-45BC-B1DF-67DB9A022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2043" y="1584934"/>
            <a:ext cx="4357924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methods: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DisplayHint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DifficultyLevel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TotalChallengesCreated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overloading: &gt; and &lt;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interface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IScorable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for object duplication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6" y="679986"/>
            <a:ext cx="8229600" cy="1143000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Implementation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16" y="20055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/>
              <a:t>Interface :</a:t>
            </a:r>
            <a:r>
              <a:rPr lang="en-US" sz="1800" b="1" dirty="0" err="1"/>
              <a:t>IScorable</a:t>
            </a:r>
            <a:endParaRPr sz="1800" b="1" dirty="0"/>
          </a:p>
          <a:p>
            <a:pPr marL="0" indent="0">
              <a:buNone/>
            </a:pPr>
            <a:r>
              <a:rPr lang="en-US" sz="1800" dirty="0"/>
              <a:t>Provides</a:t>
            </a:r>
            <a:r>
              <a:rPr sz="1800" dirty="0"/>
              <a:t> scoring contract:</a:t>
            </a:r>
          </a:p>
          <a:p>
            <a:pPr marL="0" indent="0">
              <a:buNone/>
            </a:pPr>
            <a:r>
              <a:rPr lang="en-US" sz="1800" dirty="0"/>
              <a:t>int </a:t>
            </a:r>
            <a:r>
              <a:rPr lang="en-US" sz="1800" dirty="0" err="1"/>
              <a:t>CalculateScore</a:t>
            </a:r>
            <a:r>
              <a:rPr lang="en-US" sz="1800" dirty="0"/>
              <a:t>(int attempts);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b="1" u="sng" dirty="0"/>
              <a:t>Advantage</a:t>
            </a:r>
            <a:r>
              <a:rPr lang="en-US" sz="1800" b="1" u="sng" dirty="0"/>
              <a:t>s:</a:t>
            </a:r>
            <a:endParaRPr sz="1800" b="1" u="sng" dirty="0"/>
          </a:p>
          <a:p>
            <a:pPr marL="0" indent="0">
              <a:buNone/>
            </a:pPr>
            <a:r>
              <a:rPr sz="1800" dirty="0"/>
              <a:t>- Consistenc</a:t>
            </a:r>
            <a:r>
              <a:rPr lang="en-US" sz="1800" dirty="0"/>
              <a:t>y</a:t>
            </a:r>
            <a:endParaRPr sz="1800" dirty="0"/>
          </a:p>
          <a:p>
            <a:pPr marL="0" indent="0">
              <a:buNone/>
            </a:pPr>
            <a:r>
              <a:rPr sz="1800" dirty="0"/>
              <a:t>- Flexibility</a:t>
            </a:r>
          </a:p>
          <a:p>
            <a:pPr marL="0" indent="0">
              <a:buNone/>
            </a:pPr>
            <a:r>
              <a:rPr sz="1800" dirty="0"/>
              <a:t>- Loose coupling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4827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 and </a:t>
            </a:r>
            <a:r>
              <a:rPr lang="en-US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Polymorphysom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038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Classes: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PasswordCracking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FirewallBypass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SystemExploit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Overrides: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StartChallenge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custom challenge loop 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DisplayHint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challenge specific hint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CalculateScore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different scoring rules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Runtime polymorphism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Unique behavior for each 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470" y="661137"/>
            <a:ext cx="8229600" cy="1143000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470" y="199612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Process: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at Level 1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 appropriate challenge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 attempts until success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Score calculated based on attempts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Progress to Levels 2 and 3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Display final statistics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games played 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challenge created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Function overloading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Dynamic scoring system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Progressive difficulty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751" y="727120"/>
            <a:ext cx="8229600" cy="1143000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and Output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751" y="205268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Includes: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Level initialization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Hints generated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input handling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Success/failure feedback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Score updates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Level progression visuals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E1A6D-AE01-44E1-BBBD-36259C52E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47" y="2052682"/>
            <a:ext cx="5116246" cy="43221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749E1C-D818-4A9B-AC20-EF20D0ADF5AB}"/>
              </a:ext>
            </a:extLst>
          </p:cNvPr>
          <p:cNvSpPr/>
          <p:nvPr/>
        </p:nvSpPr>
        <p:spPr>
          <a:xfrm flipH="1">
            <a:off x="631597" y="2450969"/>
            <a:ext cx="45719" cy="194192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195" y="708270"/>
            <a:ext cx="8243740" cy="1139383"/>
          </a:xfrm>
        </p:spPr>
        <p:txBody>
          <a:bodyPr/>
          <a:lstStyle/>
          <a:p>
            <a:pPr algn="l"/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35" y="204325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Fully applied OOP in a practical project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Built a flexible &amp; maintainable architecture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Successfully implemented advanced OOP features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Delivered a functional hacking simulation game</a:t>
            </a: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Access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OOP enables powerful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modular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315C17-A8F7-4486-AC73-A2AFA45BB061}"/>
              </a:ext>
            </a:extLst>
          </p:cNvPr>
          <p:cNvSpPr/>
          <p:nvPr/>
        </p:nvSpPr>
        <p:spPr>
          <a:xfrm flipH="1">
            <a:off x="556182" y="2432110"/>
            <a:ext cx="45719" cy="124433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1C9A7F-EF36-40A3-94F7-26A85B9E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19238"/>
            <a:ext cx="5715000" cy="35146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1BB3AE-A771-4D14-98F1-B3088AC81861}"/>
              </a:ext>
            </a:extLst>
          </p:cNvPr>
          <p:cNvSpPr/>
          <p:nvPr/>
        </p:nvSpPr>
        <p:spPr>
          <a:xfrm>
            <a:off x="6014301" y="4835951"/>
            <a:ext cx="2394408" cy="1979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1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550</Words>
  <Application>Microsoft Office PowerPoint</Application>
  <PresentationFormat>On-screen Show (4:3)</PresentationFormat>
  <Paragraphs>114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ROOT ACCESS</vt:lpstr>
      <vt:lpstr>Introduction</vt:lpstr>
      <vt:lpstr>Project Goals</vt:lpstr>
      <vt:lpstr>System Architecture Overview</vt:lpstr>
      <vt:lpstr>Abstract Class: HackChallenge</vt:lpstr>
      <vt:lpstr>Interface Implementation</vt:lpstr>
      <vt:lpstr>Inheritance and Polymorphysom</vt:lpstr>
      <vt:lpstr>Game Flow</vt:lpstr>
      <vt:lpstr>Demo and Output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 ACCESS</dc:title>
  <dc:subject/>
  <dc:creator>REZWANOIR_RAKIB</dc:creator>
  <cp:keywords/>
  <dc:description>generated using python-pptx</dc:description>
  <cp:lastModifiedBy>PC ZONE BD</cp:lastModifiedBy>
  <cp:revision>28</cp:revision>
  <dcterms:created xsi:type="dcterms:W3CDTF">2013-01-27T09:14:16Z</dcterms:created>
  <dcterms:modified xsi:type="dcterms:W3CDTF">2026-01-07T06:02:01Z</dcterms:modified>
  <cp:category/>
</cp:coreProperties>
</file>